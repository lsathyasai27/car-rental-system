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5" r:id="rId2"/>
    <p:sldId id="388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0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590" autoAdjust="0"/>
  </p:normalViewPr>
  <p:slideViewPr>
    <p:cSldViewPr showGuides="1">
      <p:cViewPr varScale="1">
        <p:scale>
          <a:sx n="78" d="100"/>
          <a:sy n="78" d="100"/>
        </p:scale>
        <p:origin x="185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D94B3-44B9-44B7-85A7-F056FA607D46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A365F-315E-4D26-B736-3944439F5E09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1E7AE-CF1A-4AE7-BD2C-F950D278A3DB}" type="datetime3">
              <a:rPr lang="en-US" smtClean="0"/>
              <a:t>29 October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51F8-804C-441D-85CA-D64DC6F78406}" type="datetime3">
              <a:rPr lang="en-US" smtClean="0"/>
              <a:t>29 October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CCDB-4457-4C48-985F-BD1C33DF88D2}" type="datetime3">
              <a:rPr lang="en-US" smtClean="0"/>
              <a:t>29 October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AF7E-7813-4879-8B55-5575B0080D39}" type="datetime3">
              <a:rPr lang="en-US" smtClean="0"/>
              <a:t>29 October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94D0-F97F-48E4-A142-9DA614267486}" type="datetime3">
              <a:rPr lang="en-US" smtClean="0"/>
              <a:t>29 October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A9B2-FBCA-4233-9590-C0754509BDB5}" type="datetime3">
              <a:rPr lang="en-US" smtClean="0"/>
              <a:t>29 October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10C5-081D-4FA6-9B78-BB56BEB475DD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60AF-72BE-4445-B200-736511B20555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10B6530B-5C68-4965-B8A9-8C18D26903BD}" type="datetime3">
              <a:rPr lang="en-US" smtClean="0"/>
              <a:t>29 October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School of Computing -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C0EC1BDC-9B67-430D-970A-E36C7517514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D4881-3C1B-4E10-8E47-87CE42F43D14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571500" y="449944"/>
            <a:ext cx="7772400" cy="3505199"/>
          </a:xfrm>
        </p:spPr>
        <p:txBody>
          <a:bodyPr>
            <a:normAutofit/>
          </a:bodyPr>
          <a:lstStyle/>
          <a:p>
            <a:br>
              <a:rPr lang="en-IN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/>
          <a:p>
            <a:fld id="{264FFBAA-9A17-4F9A-B1BD-20F0F5B52AB6}" type="datetime3">
              <a:rPr lang="en-US" smtClean="0"/>
              <a:t>29 October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School of Computing -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1BDC-9B67-430D-970A-E36C75175141}" type="slidenum">
              <a:rPr lang="en-US" smtClean="0"/>
              <a:t>1</a:t>
            </a:fld>
            <a:endParaRPr lang="en-US"/>
          </a:p>
        </p:txBody>
      </p:sp>
      <p:pic>
        <p:nvPicPr>
          <p:cNvPr id="3" name="image2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36525"/>
            <a:ext cx="8610600" cy="1696686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342898" y="2024316"/>
            <a:ext cx="86105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/>
              <a:t>SKILL ENHANCEMENT</a:t>
            </a:r>
            <a:r>
              <a:rPr sz="2800" b="1"/>
              <a:t> </a:t>
            </a:r>
            <a:r>
              <a:rPr sz="2800" b="1" dirty="0"/>
              <a:t>PROJECT PRESENTATION</a:t>
            </a:r>
            <a:endParaRPr lang="en-IN" sz="2800" b="1" dirty="0"/>
          </a:p>
          <a:p>
            <a:pPr algn="ctr"/>
            <a:endParaRPr lang="en-IN" sz="2800" b="1" dirty="0"/>
          </a:p>
          <a:p>
            <a:pPr algn="ctr"/>
            <a:r>
              <a:rPr sz="2800" b="1" dirty="0" err="1"/>
              <a:t>DriveIndia</a:t>
            </a:r>
            <a:r>
              <a:rPr sz="2800" b="1" dirty="0"/>
              <a:t> - Car Rental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F0A1A-2E18-7124-E78B-13B7D5A6D634}"/>
              </a:ext>
            </a:extLst>
          </p:cNvPr>
          <p:cNvSpPr txBox="1"/>
          <p:nvPr/>
        </p:nvSpPr>
        <p:spPr>
          <a:xfrm>
            <a:off x="990600" y="4495800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</a:t>
            </a:r>
          </a:p>
          <a:p>
            <a:r>
              <a:rPr lang="en-IN" dirty="0"/>
              <a:t>L Sathya Sai</a:t>
            </a:r>
          </a:p>
          <a:p>
            <a:r>
              <a:rPr lang="en-IN" dirty="0"/>
              <a:t>43110846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993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Abstract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System Architecture / Ideation Map</a:t>
            </a:r>
          </a:p>
          <a:p>
            <a:r>
              <a:rPr lang="en-US" dirty="0"/>
              <a:t>Module Implementation</a:t>
            </a:r>
          </a:p>
          <a:p>
            <a:r>
              <a:rPr lang="en-US" dirty="0"/>
              <a:t>Results and Discussions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References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29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DriveIndia</a:t>
            </a:r>
            <a:r>
              <a:rPr dirty="0"/>
              <a:t> - Car Rental System is an online platform that enables users to rent cars easily. It allows customers to view featured vehicles, book cars through a secure portal, and check the availability of services in various locations. The system integrates MongoDB </a:t>
            </a:r>
            <a:r>
              <a:rPr lang="en-US" dirty="0"/>
              <a:t>Compass</a:t>
            </a:r>
            <a:r>
              <a:rPr dirty="0"/>
              <a:t> for backend data management, ensuring efficient storage and retrieval of booking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Currently, most car rental processes are handled manually or through disconnected systems. This leads to booking errors, lack of transparency in vehicle availability, and inefficient record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DriveIndia</a:t>
            </a:r>
            <a:r>
              <a:rPr dirty="0"/>
              <a:t> proposes a digital car rental platform that automates the booking process. Users can log in, view vehicles, and make bookings online. The data is securely stored in MongoDB </a:t>
            </a:r>
            <a:r>
              <a:rPr lang="en-US" dirty="0"/>
              <a:t>Compass</a:t>
            </a:r>
            <a:r>
              <a:rPr dirty="0"/>
              <a:t>, allowing real-time tracking of bookings and vehicle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Easy online access for booking and management</a:t>
            </a:r>
          </a:p>
          <a:p>
            <a:pPr marL="0" indent="0">
              <a:buNone/>
            </a:pPr>
            <a:r>
              <a:rPr dirty="0"/>
              <a:t>• Real-time vehicle availability</a:t>
            </a:r>
          </a:p>
          <a:p>
            <a:pPr marL="0" indent="0">
              <a:buNone/>
            </a:pPr>
            <a:r>
              <a:rPr dirty="0"/>
              <a:t>• Secure data handling using MongoDB </a:t>
            </a:r>
            <a:r>
              <a:rPr lang="en-US" dirty="0"/>
              <a:t>Compass</a:t>
            </a:r>
            <a:endParaRPr dirty="0"/>
          </a:p>
          <a:p>
            <a:pPr marL="0" indent="0">
              <a:buNone/>
            </a:pPr>
            <a:r>
              <a:rPr dirty="0"/>
              <a:t>• User-friendly interface</a:t>
            </a:r>
          </a:p>
          <a:p>
            <a:pPr marL="0" indent="0">
              <a:buNone/>
            </a:pPr>
            <a:r>
              <a:rPr dirty="0"/>
              <a:t>• Saves time and reduces manual effort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Requires internet connectivity</a:t>
            </a:r>
          </a:p>
          <a:p>
            <a:pPr marL="0" indent="0">
              <a:buNone/>
            </a:pPr>
            <a:r>
              <a:rPr dirty="0"/>
              <a:t>• Initial setup and hosting cost</a:t>
            </a:r>
          </a:p>
          <a:p>
            <a:pPr marL="0" indent="0">
              <a:buNone/>
            </a:pPr>
            <a:r>
              <a:rPr dirty="0"/>
              <a:t>• Technical maintenance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Processor: Intel i3 or above</a:t>
            </a:r>
          </a:p>
          <a:p>
            <a:pPr marL="0" indent="0">
              <a:buNone/>
            </a:pPr>
            <a:r>
              <a:rPr dirty="0"/>
              <a:t>• RAM: Minimum 4 GB</a:t>
            </a:r>
          </a:p>
          <a:p>
            <a:pPr marL="0" indent="0">
              <a:buNone/>
            </a:pPr>
            <a:r>
              <a:rPr dirty="0"/>
              <a:t>• Storage: 250 GB or more</a:t>
            </a:r>
          </a:p>
          <a:p>
            <a:pPr marL="0" indent="0">
              <a:buNone/>
            </a:pPr>
            <a:r>
              <a:rPr dirty="0"/>
              <a:t>• Internet connection</a:t>
            </a:r>
          </a:p>
          <a:p>
            <a:pPr marL="0" indent="0">
              <a:buNone/>
            </a:pPr>
            <a:r>
              <a:rPr dirty="0"/>
              <a:t>• System with browser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Frontend: HTML, CSS, JavaScript</a:t>
            </a:r>
          </a:p>
          <a:p>
            <a:pPr marL="0" indent="0">
              <a:buNone/>
            </a:pPr>
            <a:r>
              <a:rPr dirty="0"/>
              <a:t>• Backend: Node.js</a:t>
            </a:r>
          </a:p>
          <a:p>
            <a:pPr marL="0" indent="0">
              <a:buNone/>
            </a:pPr>
            <a:r>
              <a:rPr dirty="0"/>
              <a:t>• Database: MongoDB </a:t>
            </a:r>
            <a:r>
              <a:rPr lang="en-US" dirty="0"/>
              <a:t>Compass</a:t>
            </a:r>
            <a:endParaRPr dirty="0"/>
          </a:p>
          <a:p>
            <a:pPr marL="0" indent="0">
              <a:buNone/>
            </a:pPr>
            <a:r>
              <a:rPr dirty="0"/>
              <a:t>• IDE: VS Code</a:t>
            </a:r>
          </a:p>
          <a:p>
            <a:pPr marL="0" indent="0">
              <a:buNone/>
            </a:pPr>
            <a:r>
              <a:rPr dirty="0"/>
              <a:t>• Operating System: Windows / Linux / macOS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Home Page</a:t>
            </a:r>
          </a:p>
          <a:p>
            <a:pPr marL="0" indent="0">
              <a:buNone/>
            </a:pPr>
            <a:r>
              <a:rPr dirty="0"/>
              <a:t>2. Featured Vehicles</a:t>
            </a:r>
          </a:p>
          <a:p>
            <a:pPr marL="0" indent="0">
              <a:buNone/>
            </a:pPr>
            <a:r>
              <a:rPr dirty="0"/>
              <a:t>3. Booking Portal (Login and Database Integration)</a:t>
            </a:r>
          </a:p>
          <a:p>
            <a:pPr marL="0" indent="0">
              <a:buNone/>
            </a:pPr>
            <a:r>
              <a:rPr dirty="0"/>
              <a:t>4. Location of Services</a:t>
            </a:r>
          </a:p>
          <a:p>
            <a:pPr marL="0" indent="0">
              <a:buNone/>
            </a:pPr>
            <a:r>
              <a:rPr dirty="0"/>
              <a:t>5. Create Your Own (Future Enhancement)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Home Page: Displays an overview and navigation options.</a:t>
            </a:r>
          </a:p>
          <a:p>
            <a:pPr marL="0" indent="0">
              <a:buNone/>
            </a:pPr>
            <a:r>
              <a:rPr dirty="0"/>
              <a:t>• Featured Vehicles: Highlights available vehicles with details.</a:t>
            </a:r>
          </a:p>
          <a:p>
            <a:pPr marL="0" indent="0">
              <a:buNone/>
            </a:pPr>
            <a:r>
              <a:rPr dirty="0"/>
              <a:t>• Booking Portal: Handles login and booking forms linked to </a:t>
            </a:r>
            <a:r>
              <a:t>MongoDB </a:t>
            </a:r>
            <a:r>
              <a:rPr lang="en-US"/>
              <a:t>Compass</a:t>
            </a:r>
            <a:r>
              <a:t>.</a:t>
            </a:r>
            <a:endParaRPr dirty="0"/>
          </a:p>
          <a:p>
            <a:pPr marL="0" indent="0">
              <a:buNone/>
            </a:pPr>
            <a:r>
              <a:rPr dirty="0"/>
              <a:t>• Location of Services: Shows rental availability in different regions.</a:t>
            </a:r>
          </a:p>
          <a:p>
            <a:pPr marL="0" indent="0">
              <a:buNone/>
            </a:pPr>
            <a:r>
              <a:rPr dirty="0"/>
              <a:t>• Create Your Own: Placeholder for user-defined customization module.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 (Screenshots)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67DE8A-B1F6-9DB0-20F8-A44B605A2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11" y="1310148"/>
            <a:ext cx="8441266" cy="350520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D9FD7-9543-0AB5-C61E-107878D3E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15F9B-BBDF-62F4-2A68-C50C81C66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 (Screenshots)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05B382-DCC4-5095-4001-FD9EE409A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6400"/>
            <a:ext cx="82296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0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91914-149E-E958-7CC3-0B7E8A026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8CC0D-D3F6-15F8-A00A-4A943750D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 (Screenshots)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9874E-26D1-4828-EC15-86F3B7C85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102C85-6CF9-603E-4868-3C3939DD8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40" y="1600200"/>
            <a:ext cx="73914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2072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407</Words>
  <Application>Microsoft Office PowerPoint</Application>
  <PresentationFormat>On-screen Show (4:3)</PresentationFormat>
  <Paragraphs>67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Custom Design</vt:lpstr>
      <vt:lpstr>  </vt:lpstr>
      <vt:lpstr>AGENDA</vt:lpstr>
      <vt:lpstr>Abstract</vt:lpstr>
      <vt:lpstr>Existing System</vt:lpstr>
      <vt:lpstr>Proposed System</vt:lpstr>
      <vt:lpstr>Advantages</vt:lpstr>
      <vt:lpstr>Disadvantages</vt:lpstr>
      <vt:lpstr>Hardware Requirements</vt:lpstr>
      <vt:lpstr>Software Requirements</vt:lpstr>
      <vt:lpstr>Modules</vt:lpstr>
      <vt:lpstr>Module Description</vt:lpstr>
      <vt:lpstr>Sample Output (Screenshots)</vt:lpstr>
      <vt:lpstr>Sample Output (Screenshots)</vt:lpstr>
      <vt:lpstr>Sample Output (Screenshots)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Sathya Sai Lakshmikanth</cp:lastModifiedBy>
  <cp:revision>121</cp:revision>
  <dcterms:created xsi:type="dcterms:W3CDTF">2019-11-06T07:48:00Z</dcterms:created>
  <dcterms:modified xsi:type="dcterms:W3CDTF">2025-10-28T18:35:46Z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26C965DCC8F94B56AF33BB737A8A4E09_13</vt:lpwstr>
  </property>
  <property fmtid="{D5CDD505-2E9C-101B-9397-08002B2CF9AE}" pid="3" name="KSOProductBuildVer">
    <vt:lpwstr>1033-12.2.0.22549</vt:lpwstr>
  </property>
</Properties>
</file>